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latin typeface="Calibri"/>
              </a:defRPr>
            </a:pPr>
            <a:r>
              <a:t>Mean Δ (buddies − imgtxt)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buddies − imgtxt (R1 pts)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t2i meanΔ</c:v>
                </c:pt>
                <c:pt idx="1">
                  <c:v>i2t meanΔ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-1.6</c:v>
                </c:pt>
                <c:pt idx="1">
                  <c:v>3.0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latin typeface="Calibri"/>
              </a:defRPr>
            </a:pPr>
            <a:r>
              <a:t>Mean Δ (buddies − imgtxt)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buddies − imgtxt (R1 pts)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t2i meanΔ</c:v>
                </c:pt>
                <c:pt idx="1">
                  <c:v>i2t meanΔ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4.57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latin typeface="Calibri"/>
              </a:defRPr>
            </a:pPr>
            <a:r>
              <a:t>Mean Δ (buddies − imgtxt): 150k vs 300k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150k (RedCaps)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t2i meanΔ</c:v>
                </c:pt>
                <c:pt idx="1">
                  <c:v>i2t meanΔ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4.57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300k (RedCaps)</c:v>
                </c:pt>
              </c:strCache>
            </c:strRef>
          </c:tx>
          <c:spPr>
            <a:solidFill>
              <a:srgbClr val="FF7F0E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t2i meanΔ</c:v>
                </c:pt>
                <c:pt idx="1">
                  <c:v>i2t meanΔ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7.43</c:v>
                </c:pt>
                <c:pt idx="1">
                  <c:v>5.0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Δ (R1 pts)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Impr. t2i</c:v>
                </c:pt>
                <c:pt idx="1">
                  <c:v>Impr. i2t</c:v>
                </c:pt>
                <c:pt idx="2">
                  <c:v>RC150k t2i</c:v>
                </c:pt>
                <c:pt idx="3">
                  <c:v>RC150k i2t</c:v>
                </c:pt>
                <c:pt idx="4">
                  <c:v>RC300k t2i</c:v>
                </c:pt>
                <c:pt idx="5">
                  <c:v>RC300k i2t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-1.6</c:v>
                </c:pt>
                <c:pt idx="1">
                  <c:v>3.0</c:v>
                </c:pt>
                <c:pt idx="2">
                  <c:v>4.0</c:v>
                </c:pt>
                <c:pt idx="3">
                  <c:v>4.57</c:v>
                </c:pt>
                <c:pt idx="4">
                  <c:v>7.43</c:v>
                </c:pt>
                <c:pt idx="5">
                  <c:v>5.0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latin typeface="Calibri"/>
              </a:defRPr>
            </a:pPr>
            <a:r>
              <a:t>ours − CLIP (R1 pts, 0 = parity)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imgtxt</c:v>
                </c:pt>
              </c:strCache>
            </c:strRef>
          </c:tx>
          <c:spPr>
            <a:solidFill>
              <a:srgbClr val="FF7F0E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oracle t2i</c:v>
                </c:pt>
                <c:pt idx="1">
                  <c:v>oracle i2t</c:v>
                </c:pt>
                <c:pt idx="2">
                  <c:v>predictor t2i</c:v>
                </c:pt>
                <c:pt idx="3">
                  <c:v>predictor i2t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-10.17</c:v>
                </c:pt>
                <c:pt idx="1">
                  <c:v>-21.53</c:v>
                </c:pt>
                <c:pt idx="2">
                  <c:v>-13.97</c:v>
                </c:pt>
                <c:pt idx="3">
                  <c:v>-16.47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buddies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oracle t2i</c:v>
                </c:pt>
                <c:pt idx="1">
                  <c:v>oracle i2t</c:v>
                </c:pt>
                <c:pt idx="2">
                  <c:v>predictor t2i</c:v>
                </c:pt>
                <c:pt idx="3">
                  <c:v>predictor i2t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-2.73</c:v>
                </c:pt>
                <c:pt idx="1">
                  <c:v>-16.53</c:v>
                </c:pt>
                <c:pt idx="2">
                  <c:v>-3.9</c:v>
                </c:pt>
                <c:pt idx="3">
                  <c:v>-6.77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A"/>
                </a:solidFill>
                <a:latin typeface="Calibri"/>
              </a:rPr>
              <a:t>Buddy-init ablation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95959"/>
                </a:solidFill>
                <a:latin typeface="Calibri"/>
              </a:rPr>
              <a:t>Does buddy-graph initialization beat generic (imgtxt) initialization?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Impressions-150k  ·  RedCaps-150k  ·  RedCaps-300k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2026-08-19  ·  branch experiment/buddy_init_ablation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What we're testing, and how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training-time buddy term is switched off (lambda_buddy = 0, lambda_buddy_con = 0, buddy_refresh = False). The only thing that differs between the two arms is how each sample's trainable condition vector is initialized.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49377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286000"/>
              </a:tblGrid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optimizer.lr / lr_label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1e-3 / 1e-4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model.embedding_dim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train.buddies.alpha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model.num_layers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1, 2, 3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metric reported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test_oracle/{t2i,i2t}_R1 (recall@1)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720" y="196596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 imgtxt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generic init used before this ablation (baseline arm)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 buddies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init from the cross-modal buddy graph (test arm)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Significance convention: mean paired delta / SEM across 3 seeds; |mean/SEM| ≥ 2 reads as reliably different from the measured noise floor (~0.1–0.7 R1 pts).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95959"/>
                </a:solidFill>
                <a:latin typeface="Calibri"/>
              </a:rPr>
              <a:t>Source: docs/reports/2026-08-16_buddy_init_ablation.md, docs/reports/2026-08-19_buddy_init_ablation_redcaps_300k.md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RESULT 1 / 3 · IMPRESSIONS (N = 12,123, 250 epochs)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Split by direction: i2t wins, t2i loses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t2i_R1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46304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imgtxt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buddies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61.60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−1.40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62.90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60.60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−2.30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61.80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60.70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−1.10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46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i2t_R1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547872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46304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imgtxt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buddies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71.80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75.80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+4.00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72.10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75.40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+3.30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73.20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74.90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+1.70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852160" y="1280160"/>
          <a:ext cx="58064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t2i: mean Δ = −1.60 ± 0.62 (mean/SEM = −4.4, imgtxt wins 3/3)   ·   i2t: mean Δ = +3.00 ± 1.18 (mean/SEM = +4.4, buddies wins 3/3)
Both effects are reliable (well above noise floor) but opposite in sign — a genuine trade-off, not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RESULT 2 / 3 · REDCAPS-150K (100 epochs)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Clean win, both directions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t2i_R1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46304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imgtxt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buddies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21.80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26.10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+4.30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22.40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26.20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+3.80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22.30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26.20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+3.90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46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i2t_R1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547872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46304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imgtxt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buddies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14.40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+5.40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10.10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+4.10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14.20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+4.20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852160" y="1280160"/>
          <a:ext cx="58064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t2i: mean Δ = +4.00 ± 0.26 (mean/SEM = +26.2, buddies wins 3/3)   ·   i2t: mean Δ = +4.57 ± 0.72 (mean/SEM = +10.9, buddies wins 3/3)
Unambiguous win on RedCaps, both directions, large effect size, seed-replicated.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RESULT 3 / 3 · REDCAPS-300K (100 epochs)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Win reproduces and strengthens at 2x scale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t2i_R1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46304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imgtxt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buddies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18.90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25.30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+6.40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17.30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25.50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+8.20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17.60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25.30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+7.70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46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i2t_R1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547872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46304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imgtxt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buddies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+5.00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+3.80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13.50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+6.20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852160" y="1280160"/>
          <a:ext cx="58064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t2i: mean Δ = +7.43 ± 0.93 (mean/SEM = +13.9, 3/3)   ·   i2t: mean Δ = +5.00 ± 1.20 (mean/SEM = +7.2, 3/3)
No split by direction the way Impressions showed, and the effect is larger than at 150k, not smaller.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Buddy-init vs. imgtxt-init across all 4 (dataset x direction) cells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675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2011680"/>
                <a:gridCol w="1005840"/>
                <a:gridCol w="1005840"/>
              </a:tblGrid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mean Δ (buddies − imgtxt)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mean/SEM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buddies wins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Impressions-150k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t2i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−1.60 ± 0.62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−4.4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Impressions-150k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i2t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+3.00 ± 1.18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+4.4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RedCaps-150k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t2i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+4.00 ± 0.26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+26.2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RedCaps-150k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i2t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+4.57 ± 0.72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+10.9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RedCaps-300k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t2i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+7.43 ± 0.93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+13.9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RedCaps-300k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i2t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+5.00 ± 1.20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+7.2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06640" y="1325880"/>
          <a:ext cx="42976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3 of 4 (dataset x direction) cells favor buddy-init; all 4 effects clear the mean/SEM ≥ 2 bar (real, not noise).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Only exception: Impressions t2i — itself a reliable, seed-replicated effect, not an artifact.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RedCaps effect gets larger going from 150k to 300k (t2i: +4.00 → +7.43; i2t: +4.57 → 5.00).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CATCH · REDCAPS-300K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Buddy-init wins the comparison that matters least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test_raw = plain frozen-CLIP retrieval, no conditioning at all (t2i_R1 = 28.1, i2t_R1 = 29.7, identical across all 6 runs). test_diff / test_pre_diff = (ours − CLIP): oracle- and predictor-conditioned model score minus that CLIP baseline. Negative = CLIP wins.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03120"/>
          <a:ext cx="685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188720"/>
                <a:gridCol w="1188720"/>
                <a:gridCol w="11887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metric (mean over 3 seeds)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imgtxt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buddies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gap closed</a:t>
                      </a:r>
                    </a:p>
                  </a:txBody>
                  <a:tcPr marL="76200" marR="76200" marT="25400" marB="25400" anchor="ctr">
                    <a:solidFill>
                      <a:srgbClr val="E8E8E8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test_diff/t2i_R1  (oracle − CLIP)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−10.17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−2.73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~73%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test_diff/i2t_R1  (oracle − CLIP)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−21.53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−16.53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~23%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test_pre_diff/t2i_R1  (predictor − CLIP, deployable)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−13.97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−3.90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~72%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test_pre_diff/i2t_R1  (predictor − CLIP, deployable)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−16.47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−6.77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~59%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79" y="2011680"/>
          <a:ext cx="42062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cell is negative — CLIP zero-shot retrieval still wins outright, under both arms, both directions, both eval settings. Buddy-init closes most of the gap on t2i (~72–73%) but far less on i2t (~23–59%), and never closes it fully.
Reading the two results together: buddy-graph structure is a better initializer than imgtxt within this training approach — but neither initializer makes this conditioning approach beat the untouched frozen-CLIP baseline it starts from, at this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Where this leaves the buddy-init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4173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Buddy-init beats imgtxt-init on 3 of 4 dataset x direction cells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RedCaps: clean win at both 150k and 300k, both directions, all seeds. Impressions: i2t wins, t2i loses (both reliable effects).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The RedCaps win gets stronger, not weaker, at 2x scale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t2i mean Δ grows from +4.00 (150k) to +7.43 (300k); i2t from +4.57 to +5.00.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But neither initializer beats raw CLIP retrieval at 300k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Checked via test_diff / test_pre_diff (ours − CLIP): every cell is still negative for both imgtxt and buddies.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Net framing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Buddy-graph structure is the better of the two initializers tested — not yet evidence that this conditioning approach beats doing nothing (plain frozen CLIP).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Open / not done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Impressions t2i regression unexplained. CLIP-gap not re-checked at 150k. 500k/1M/3.1M sweeps not yet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95959"/>
                </a:solidFill>
                <a:latin typeface="Calibri"/>
              </a:rPr>
              <a:t>Source: docs/reports/2026-08-16_buddy_init_ablation.md, docs/reports/2026-08-19_buddy_init_ablation_redcaps_300k.md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